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2.xml" ContentType="application/vnd.openxmlformats-officedocument.them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5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 defTabSz="457200"/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49E8C66-8C75-4D7C-B58C-4EC72E36B29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 la bienvenida en nombre de Tryolabs. Destaca el formato 10% teoría / 90% práctica y la combinación de datos técnicos con datos comerciales (contratos, ventas, ingresos/márgenes).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C602632-A8A1-4304-8E4A-300609B408F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5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la agenda de 4 horas y cómo los participantes usarán Antigravity con los prompts optimizados de PROMPTS.es.md y las guías en PDF.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649965F-2949-4CA5-AEB4-5F4F9A3757E4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en detalle cómo funciona Antigravity por dentro: ensamblaje jerárquico de contexto, razonamiento intercalado, compuerta determinista de hooks/sandbox y bucle de autoverificación.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722D524-5FA6-4BB9-A994-37FA62A6E992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Muestra las tres superficies (Antigravity 2.0, IDE y CLI) y cómo combinar @ menciones, /plan y Cmd+I.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8A97F5A-7E9F-4B7C-B2EE-7CDF7FAF142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6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Revisa los Objetivos del Lab 1 y los dos servicios que los asistentes repararán.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FA7DBDE-4D78-49C6-9E08-C34B7B4FAD2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proyectada durante el Lab 1.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C2AA4FF-53E9-4DCA-A094-4EB017595E8E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el mecanismo interno de divulgación progresiva (progressive disclosure) y por qué permite tener decenas de skills sin consumir tokens innecesarios.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E413160-BE85-4E5F-83B2-48776A88A22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7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los Objetivos del Lab 2 y los archivos de personalización que construirán.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0CD71B0-916F-41CA-883F-76EF94C192E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en pantalla durante el Lab 2.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F5B7FBF-9524-441C-AF83-4DBE4E068D0C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Módulo clave de seguridad y gobernanza: muestra en la consola de Google Cloud cómo se auditan las licencias Gemini Enterprise y cómo los Hooks locales bloquean acciones riesgosas.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5BD8C7E-F090-408A-9A6C-01CC7D0DCE37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Revisa los Objetivos del Lab 3 y los componentes FastMCP + Hooks que construirán.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7EB28FD6-E6E0-4627-B3DE-84B6BCB5DF2D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8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proyectada durante el Lab 3.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1D6CD07-A261-46A3-9CEE-39E05A0F5DA5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Explica cómo Antigravity ayuda a diseñar y programar el sistema multi-agente basado en Google ADK + protocolo A2A, cómo probarlo localmente con adk web y cómo desplegarlo con Terraform a Google Cloud y Gemini Enterprise.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0AFF075-ED6C-4C33-BB4B-4C38F481E6E9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Presenta los Objetivos del Lab 4 Capstone y los 3 componentes que construirán.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68A6E54-7AEC-4848-8272-27D0F7616138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2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Mantén esta diapositiva proyectada durante el Lab 4 Capstone.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B9C8F2A0-3A63-4332-9A9C-F418D63CBF76}" type="slidenum"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8F72244-ABC1-4835-BD34-F2F72FE7B8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A15D92A-E602-4317-B39F-C52C1E6DF6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D62021E-DC85-43E4-BFED-30C5E85CAC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0FA1755-A593-4065-8978-814A8C52069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42D5629-A93C-46DF-B205-CC278315DC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61BDF49-9A69-4154-A647-836B925C826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6787029-576D-4234-836C-E9C4CFA3F7E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28FE4B-ABBA-4625-BD05-319BDAEAF69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6BCDB52-D80E-4A58-A88B-CA7BE14CA11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9E91D0B-CCD1-4CEC-8453-2516D86570C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DCBC8EF-DFA2-49F4-801A-C61F90D206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9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6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TALLER EJECUTIVO TRYOLABS • 4 HORAS (10% TEORÍA / 90% LABORATORIOS PRÁCTICOS)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Ingeniería Agéntica con Google Antigravity — Edición Telecom: Construyendo 'Telecom Nexus'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SLA de Slices 5G, Aseguramiento de Ingresos CDR e Inteligencia de Contratos B2B (Impartido por Tryolabs)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Picture 7" descr="telecom_domain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4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Misión del Taller y Arquitectura de Datos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Datos Técnicos OSS: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20 celdas 5G NR (gNodeB, TAC, S-NSSAI SST 1/2/3, PRB%, latencia PDCP)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CDRs TAP3 / 3GPP: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250 registros de voz/datos (IMSI, MSISDN, roaming NR_5G, volumen GiB)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Datos de Negocio BSS: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12 Contratos B2B SLA Empresariales ($180K–$2.4M ACV, penalizaciones $/h)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Pipeline de Ventas TMF622: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15 órdenes B2B pendientes + telemetría de alarmas RAN en JSONL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Impacto Medible: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Recuperar $54,672.22 en CDRs no facturados y gestionar $224,500 en riesgo SLA activo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Ejecución 100% Local en Laptop + Despliegue Terraform a Cloud Run y Gemini Enterprise    |    Slide 1/15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8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AGENDA Y PROGRESIÓN • 24M TEORÍA / 216M PRÁCTICA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Ruta Práctica de 4 Horas: Del Triage a Sistemas Multi-Agente ADK y A2A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Cuatro cápsulas teóricas de 6 minutos seguidas de cuatro laboratorios progresivos de 52–55 minutos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Picture 7" descr="roadmap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Cronograma Minuto a Minuto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1 (00:00–00:58):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Arquitectura Interna y Superficies → [52m Lab 1] Triage y Recuperación Financiera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2 (00:58–01:58):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Rules y Skills Progresivos → [54m Lab 2] Estándares de Dominio y Skill Ejecutivo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3 (01:58–02:59):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MCP, Hooks y Gobernanza Cloud → [55m Lab 3] Servidor FastMCP Local y Hooks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Hora 4 (02:59–04:00):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[6m Teoría] Subagentes, ADK, A2A y Terraform → [55m Lab 4] Capstone Multi-Agente, ADK Dev UI y Cloud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Checkpoints Auto-Recuperables: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¡Ejecutar ./labs/lab-0X/install.sh aplica las soluciones previas automáticamente!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Cada laboratorio incluye LAB_0X_INSTRUCTIONS_ES.pdf, README.es.md, PROMPTS.es.md, install.sh y verify.sh.    |    Slide 2/15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9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1A (3 MINUTOS) • FUNCIONAMIENTO INTERNO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Cómo Funciona Google Antigravity Internamente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Dentro del planificador cognitivo, ensamblador de contexto, compuerta de seguridad y runtime en sandbox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7" name="Picture 7" descr="arch_internal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El Ciclo Interno de Ejecución en 5 Etapas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1. Cargador Progresivo de Contexto: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Recorre el árbol de directorios buscando GEMINI.md y .agents/rules, indexa metadatos YAML de SKILL.md, resuelve menciones @ y gestiona transcript.jsonl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2. Planificador Gemini Enterprise: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Genera razonamiento intercalado (thinking), sintetiza planes (/plan) y despacha herramientas o subagentes en paralelo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3. Compuerta Determinista de Seguridad: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Evalúa hooks PreToolUse (código 2 bloquea la acción), políticas de ejecución, ACLs y sandbox de terminal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4. Runtime de Herramientas y Puente MCP: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Aplica diffs exactos, ejecuta pytest en sandbox e invoca herramientas FastMCP por stdio/SSE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5. Verificación en Bucle Cerrado: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hooks PostToolUse, analiza resultados de tests y se autocorrige hasta pasar todas las pruebas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Concepto Clave: Antigravity no es solo un chat, sino un motor de ingeniería en bucle cerrado verificable.    |    Slide 3/15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0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1B (3 MINUTOS) • SUPERFICIES Y MODALIDADES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Antigravity 2.0, IDE y CLI (</a:t>
            </a:r>
            <a:r>
              <a:rPr lang="en-US" sz="22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agy</a:t>
            </a: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— Modalidades Clave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Seleccionando la modalidad y comando slash ideal para cada tarea de ingeniería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7" descr="surfaces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Funcionalidades que Explorarás Hoy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Modalidad Pasiva (IDE Tab):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Supercomplete sensible al contexto, Tab-to-Jump entre archivos y Tab-to-Auto-Import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Modalidad Instructiva (Cmd/Ctrl+I y Code Lenses):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Selecciona un bloque para refactorización quirúrgica o haz clic en 'Write Tests'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Modalidad Colaborativa (Chat Canvas y CLI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agy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Razonamiento multi-archivo con @archivo, @carpeta, @terminal y capturas de pantalla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Comandos Slash de Alto Impacto: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/plan (arquitectura paso a paso), /grill-me (entrevista de diseño), /boost, /teamwork, /learn y /compact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Panel Auxiliar HTML: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Inspección en vivo de Subagentes, Tareas en Segundo Plano, Artefactos y Diffs de Archivos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Tip Pro: Inicia tareas complejas con /plan y menciones @archivo; usa Cmd+I para ajustes puntuales de fórmulas.    |    Slide 4/15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17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1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1: Triage de SLA 5G y Facturación CDR — Objetivos y Arquitectura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52 Minutos • Guía PDF Imprimible: labs/lab-01-revenue-sla-triage/LAB_01_INSTRUCTIONS_ES.pdf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1" name="Picture 7" descr="telecom_domain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Objetivos del Lab 1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(Triage Agéntico Multi-Archivo):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Dominar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@menciones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/plan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edición en línea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Cmd/Ctrl+I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Antigravity correlacionando alarmas RAN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ran_alarms.jsonl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con código BSS.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(Aseguramiento de Ingresos y SLA):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Recuperar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$54,672.22 USD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CDRs 5G subfacturados y eliminar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$35,000 USD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falsas alertas SLA sobre contratos no activos.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(Motor de Tasación TAP3 3GPP):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Refactorizarás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src/services/cdr_rating.py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imponiendo GiB binario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Decimal(1024 ** 3)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recargo de roaming en toda red visitada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NR_5G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EUTRAN_4G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(Monitor de SLA B2B):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Refactorizarás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src/services/sla_monitor.py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filtrando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WHERE status = 'ACTIVE'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evaluando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worst_latency &gt; committed_latency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Entregable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Pasar los 4 tests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tests/test_lab01_triage.py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./labs/lab-01-revenue-sla-triage/verify.sh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validar KPIs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http://localhost:8001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LAB_01_INSTRUCTIONS_ES.pdf    |    Slide 5/15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2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1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1 y Prompts para Copiar y Pegar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labs/lab-01-revenue-sla-triage/PROMPTS.es.md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4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5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Instrucciones Paso a Paso del Lab 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01):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./labs/lab-01-revenue-sla-triage/install.sh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para poblar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data/telecom_nexus.db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(Reproducir Fallos):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./.venv/bin/pytest tests/test_lab01_triage.py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para observar los fallos de CDR y SLA.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(Corregir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src/services/cdr_rating.py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Usa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BYTES_DIVISOR = Decimal(1024 ** 3)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(GiB binario según 3GPP TS 32.298) y aplica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roaming_markup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cuando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roaming_plmn != HOME_PLMN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(Corregir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src/services/sla_monitor.py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Filtra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WHERE status = 'ACTIVE'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cambia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latency_breach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worst_latency &gt; committed_latency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(Verificar):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./labs/lab-01-revenue-sla-triage/verify.sh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4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: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$54,672.22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recuperados; 5 contratos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ACTIVE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alerta =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$224,500.00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Prompts Optimizados (PROMPTS.es.md) y Verificación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Diagnóstico (@Menciones):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'@data/logs/ran_alarms.jsonl @src/services/cdr_rating.py @src/services/sla_monitor.py @tests/test_lab01_triage.py Ejecuta pytest para reproducir ALM-BSS-8006 y ALM-3GPP-8001..8005 y explica la causa raíz exacta.'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Planificación (/plan):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Crea un plan paso a paso para corregir cdr_rating.py (GiB 10243 y roaming NR_5G) y sla_monitor.py (contratos ACTIVE y worst_latency &gt; committed_latency).'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Edición en Línea (Cmd+I):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Selecciona líneas 19–48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cdr_rating.py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-&gt; 'Usa Decimal(10243) y aplica recargo roaming a todo visiting_plmn != HOME_PLMN incluyendo NR_5G.'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4 — Verificación Autónoma: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'Aplica las correcciones en @src/services/cdr_rating.py y @src/services/sla_monitor.py y ejecuta ./labs/lab-01-revenue-sla-triage/verify.sh.'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./labs/lab-01-revenue-sla-triage/apply_solution.sh    |    Slide 6/15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4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2 (6 MINUTOS) • ARQUITECTURA DE PERSONALIZACIÓN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Cómo Funcionan Internamente las Rules y Skills Progresivos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Especializando a Antigravity en tu industria sin saturar la ventana de contexto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7" name="Picture 7" descr="customizations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Rules vs. Skills vs. /learn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Reglas Jerárquicas (GEMINI.md y .agents/rules/*.md):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Invariantes de dominio cargados desde la raíz del workspace hasta los subdirectorios (deduplicados automáticamente)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Skills con Divulgación Progresiva (.agents/skills/&lt;name&gt;/SKILL.md):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Solo el frontmatter YAML (name, description) entra al prompt inicial; el cuerpo completo y scripts/ se cargan SOLO al activarse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Memoria Auto-Mejorable (/learn):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Pide a Antigravity codificar un patrón aprendido durante el debugging en una regla o skill permanente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Jerarquía de Prioridad: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Workspace (.agents/) &gt; JSON Declarado (skills.json) &gt; Global (~/.gemini/config/) &gt; Integrado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Regla Práctica: Coloca invariantes permanentes en GEMINI.md/rules y flujos multifase con scripts en SKILL.md.    |    Slide 7/15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5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2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2: Rules de Workspace y Skills Progresivos — Objetivos y Diseño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54 Minutos • Guía PDF Imprimible: labs/lab-02-rules-and-skills/LAB_02_INSTRUCTIONS_ES.pdf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9" name="Picture 7" descr="customizations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0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Objetivos del Lab 2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(Reglas Jerárquicas de Dominio):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Codificar invariantes permanentes 3GPP, TAP3, TMF622 y privacidad CPNI para que Antigravity las respete siempre.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(Skills con Divulgación Progresiva):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Empaquetar una auditoría ejecutiva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cargando solo el frontmatter YAML hasta su activación.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GEMINI.md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.agents/rules/telecom-standards.md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Memoria y reglas del workspace exigiendo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GiB binario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1024**3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PRB &lt; 80%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máscara CPNI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IMSI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MSISDN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.agents/skills/sla-revenue-audit/SKILL.md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Skill progresivo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name: sla-revenue-audit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que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scripts/run_sla_audit.py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Entregable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Generar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data/exports/sla_revenue_audit_report.json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.md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pasar los 4 tests de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LAB_02_INSTRUCTIONS_ES.pdf    |    Slide 8/15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67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8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2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2 y Prompts para Copiar y Pegar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labs/lab-02-rules-and-skills/PROMPTS.es.md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3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Instrucciones Paso a Paso del Lab 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(aplica Lab 01 automáticamente).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(Crear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GEMINI.md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la raíz):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Define tablas OSS/BSS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ran_telemetry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b2b_contracts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cdr_records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Decimal(ROUND_HALF_UP)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GiB binario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1024 ** 3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(Crear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.agents/rules/telecom-standards.md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Codifica estándares 3GPP TS 28.552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PRB &lt; 80%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), roaming TAP3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NR_5G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estados TMF622 y enmascaramiento CPNI de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IMSI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MSISDN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(Crear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.agents/skills/sla-revenue-audit/SKILL.md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Incluye frontmatter YAML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name: sla-revenue-audit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description: ...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e instrucciones para correr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./.venv/bin/python scripts/run_sla_audit.py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(Verificar):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4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reportes JSON y Markdown).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5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Prompts Optimizados (PROMPTS.es.md) y Verificación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Crear Rules de Dominio: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Crea @GEMINI.md y @.agents/rules/telecom-standards.md codificando umbrales 3GPP TS 28.552, GiB binario (10243), Decimal ROUND_HALF_UP, estados TMF622 y privacidad CPNI.'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Crear Skill Progresivo: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'Crea @.agents/skills/sla-revenue-audit/SKILL.md con frontmatter YAML (name: sla-revenue-audit) que ejecute ./scripts/run_sla_audit.py y genere data/exports/sla_revenue_audit_report.json y .md.'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Invocar el Skill: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'Ejecuta una auditoría ejecutiva de SLA de Slices 5G y aseguramiento de ingresos CDR usando nuestro skill del workspace.'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Comando de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./labs/lab-02-rules-and-skills/verify.sh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prueba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/learn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./labs/lab-02-rules-and-skills/apply_solution.sh    |    Slide 9/15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8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3 (6 MINUTOS) • MCP, HOOKS Y GOBERNANZA EMPRESARIAL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Puente MCP en Vivo, Hooks Deterministas y Gobernanza Gemini Enterprise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Conectando bases de datos en tiempo real con seguridad empresarial demostrable en Google Cloud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5" name="Picture 7" descr="governance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Seguridad y Gobernanza en 2 Capas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Capa 1 — Google Cloud y Gemini Enterprise (Demo en Vivo del Instructor):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Cloud IAM (roles/cloudaicompanion.user), Cloud Audit Logs (cloudaicompanion.googleapis.com), perímetros VPC-SC, Cero Retención y Cero Entrenamiento con código del cliente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Capa 2 — Seguridad Local en Antigravity: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Política de Ejecución (strict / request-review / proceed-in-sandbox), Sandbox de Terminal SO, bloqueo de archivos fuera del workspace y listas permitidas/bloqueadas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Contexto en Vivo vía FastMCP (.agents/mcp_config.json):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Expone herramientas Python tipadas sobre SQLite y telemetría vía stdio/SSE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Hooks Deterministas (.agents/hooks.json):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El script PreToolUse inspecciona el JSON en stdin; devolver código 2 bloquea violaciones e imprime un registro de auditoría inmutable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Demo del Instructor: Mostrar Cloud Audit Logs en GCP Console + disparar un bloqueo PreToolUse con código 2 localmente.    |    Slide 10/15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19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3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3: Servidor FastMCP y Hooks Deterministas — Objetivos y Diseño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55 Minutos • Guía PDF Imprimible: labs/lab-03-mcp-and-hooks/LAB_03_INSTRUCTIONS_ES.pdf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Picture 7" descr="governance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9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Objetivos del Lab 3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(Conexión a Datos en Vivo vía MCP):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Exponer herramientas SQLite OSS/BSS tipadas a Antigravity mediante un servidor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FastMCP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(Seguridad Determinista y Privacidad CPNI):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Enmascarar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IMSI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MSISDN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3104***0001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bloquear SQL destructivo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DROP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DELETE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con código de salida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mediante hooks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mcp_server/telecom_mcp.py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.agents/mcp_config.json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4 herramientas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@mcp.tool()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query_ran_cell_health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calculate_contract_penalty_exposure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inspect_unbilled_cdrs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evaluate_slice_capacity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.agents/hooks.json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scripts/audit_hook.py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Compuerta determinista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PostToolUse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que bloquea violaciones con código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audita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data/logs/hook_audit.log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Entregable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Pasar los 3 tests de MCP y Hooks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11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acumulados)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LAB_03_INSTRUCTIONS_ES.pdf    |    Slide 11/15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05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3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3 y Prompts para Copiar y Pegar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labs/lab-03-mcp-and-hooks/PROMPTS.es.md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0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Instrucciones Paso a Paso del Lab 3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03):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(aplica Labs 01–02 automáticamente).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(Completar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mcp_server/telecom_mcp.py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Implementa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calculate_contract_penalty_exposure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inspect_unbilled_cdrs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(enmascarando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imsi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msisdn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_mask_cpni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evaluate_slice_capacity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(Registrar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.agents/mcp_config.json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Configura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telecom-nexus-mcp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invocando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./.venv/bin/python mcp_server/telecom_mcp.py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(Configurar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.agents/hooks.json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Conecta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PreToolUse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PostToolUse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scripts/audit_hook.py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(bloquea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DROP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TRUNCATE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/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DELETE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 código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2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BC8CFF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(Verificar):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11 passed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acumulados en Labs 01–03 + bitácora de auditoría).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Prompts Optimizados (PROMPTS.es.md) y Verificación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Completar Servidor FastMCP: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Implementa las 3 funciones @mcp.tool() restantes en @mcp_server/telecom_mcp.py (calculate_contract_penalty_exposure, inspect_unbilled_cdrs con máscara CPNI y evaluate_slice_capacity) según @tests/test_lab03_mcp_hooks.py.'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Configurar MCP y Hooks: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'Crea @.agents/mcp_config.json para telecom-nexus-mcp y @.agents/hooks.json conectando PreToolUse y PostToolUse a ./scripts/audit_hook.py.'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Probar Bloqueo del Hook (Código 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echo '{"command":"sqlite3 data/telecom_nexus.db \"DROP TABLE b2b_contracts;\""}' | ./.venv/bin/python scripts/audit_hook.py --phase pre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D2992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Comando de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./labs/lab-03-mcp-and-hooks/verify.sh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revisa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data/logs/hook_audit.log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./labs/lab-03-mcp-and-hooks/apply_solution.sh    |    Slide 12/15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8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19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MÓDULO TEÓRICO 4 (6 MINUTOS) • SUBAGENTES, GOOGLE ADK, A2A Y TERRAFORM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Sistemas Multi-Agente con Google ADK, Protocolo A2A y Terraform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Diseñando arquitecturas multi-agente localmente con </a:t>
            </a:r>
            <a:r>
              <a:rPr lang="en-US" sz="13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 y desplegando a Cloud Run y Gemini Enterprise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3" name="Picture 7" descr="adk_a2a_cloud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4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Arquitectura Multi-Agente de Punta a Punta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Subagentes de Antigravity (/teamwork, /boost, /grill-me):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Delega tareas paralelas de investigación y programación dentro de Antigravity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Google ADK (Agent Development Kit):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Construye jerarquías multi-agente de dominio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root_agent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coordinando agentes especialistas Técnico y Comercial con herramientas tipadas)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Pruebas Locales con ADK Dev UI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./scripts/run_adk_web.sh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(http://localhost:8080) para inspeccionar trazas de eventos multi-agente, llamadas a herramientas y estado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Protocolo A2A (Agent2Agent):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Publica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(Agent Card)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(JSON-RPC 2.0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tasks/send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para interoperabilidad entre agentes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Terraform + Gemini Enterprise: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Aprovisiona Cloud Run v2 e IAM vía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infra/terraform/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deploy_gcp.sh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registra tu agente A2A en Gemini Enterprise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register_gemini_enterprise_agent.sh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¡Desarrolla y prueba 100% localmente con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 +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pytest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, y despliega a Google Cloud y Gemini Enterprise con Terraform!    |    Slide 13/15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31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2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4 CAPSTONE (PARTE 1/2) • OBJETIVOS Y QUÉ CONSTRUIRÁS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Lab 4 Capstone: Sistemas Multi-Agente ADK, A2A y Terraform — Objetivos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55 Minutos • Guía PDF Imprimible: labs/lab-04-multi-agent-capstone/LAB_04_INSTRUCTIONS_ES.pdf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5" name="Picture 7" descr="adk_a2a_cloud_es.png"/>
          <p:cNvPicPr/>
          <p:nvPr/>
        </p:nvPicPr>
        <p:blipFill>
          <a:blip r:embed="rId2"/>
          <a:stretch/>
        </p:blipFill>
        <p:spPr>
          <a:xfrm>
            <a:off x="502920" y="1755720"/>
            <a:ext cx="5623200" cy="3186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6" name="Rectangle 8"/>
          <p:cNvSpPr/>
          <p:nvPr/>
        </p:nvSpPr>
        <p:spPr>
          <a:xfrm>
            <a:off x="6309360" y="1755720"/>
            <a:ext cx="53762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Rectangle 9"/>
          <p:cNvSpPr/>
          <p:nvPr/>
        </p:nvSpPr>
        <p:spPr>
          <a:xfrm>
            <a:off x="6309360" y="1755720"/>
            <a:ext cx="537624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10"/>
          <p:cNvSpPr/>
          <p:nvPr/>
        </p:nvSpPr>
        <p:spPr>
          <a:xfrm>
            <a:off x="6510600" y="1901880"/>
            <a:ext cx="49741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Objetivos del Lab 4 y Qué Construirás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1 (Diseño Multi-Agente con Google ADK y A2A):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Construir una jerarquía coordinador + especialistas usando Google ADK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LlmAgent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exponerla mediante el protocolo A2A JSON-RPC 2.0.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Objetivo 2 (Prueba Local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Despliegue Cloud con Terraform):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Probar trazas multi-agente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http://localhost:8080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aprovisionar Cloud Run + Gemini Enterprise vía Terraform.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#1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src/services/order_feasibility.py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Evaluador de factibilidad TMF622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PRB &lt; 80%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 y motor autónomo de balanceo hacia celdas vecinas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remediate_slice_for_order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#2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src/agents/adk_a2a_orchestrator.py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adk_agents/telecom_nexus/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RANSliceCapacityAgent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+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BSSCommercialSLAAgent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coordinados por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TelecomNexusOrchestratorAgent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más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Qué Construirás #3 (Infraestructura Cloud):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Validar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infra/terraform/main.tf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el registro en Gemini Enterprise con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Rectangle 11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0" name="TextBox 12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Guía imprimible completa: LAB_04_INSTRUCTIONS_ES.pdf    |    Slide 14/15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Rectangle 1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Rectangle 2"/>
          <p:cNvSpPr/>
          <p:nvPr/>
        </p:nvSpPr>
        <p:spPr>
          <a:xfrm>
            <a:off x="0" y="0"/>
            <a:ext cx="12191760" cy="72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28080" rIns="90000" bIns="28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43" name="Picture 3" descr="tryolabs-logo-dark-bg.png"/>
          <p:cNvPicPr/>
          <p:nvPr/>
        </p:nvPicPr>
        <p:blipFill>
          <a:blip r:embed="rId1"/>
          <a:stretch/>
        </p:blipFill>
        <p:spPr>
          <a:xfrm>
            <a:off x="9829800" y="255960"/>
            <a:ext cx="1874160" cy="417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4" name="TextBox 4"/>
          <p:cNvSpPr/>
          <p:nvPr/>
        </p:nvSpPr>
        <p:spPr>
          <a:xfrm>
            <a:off x="502920" y="255960"/>
            <a:ext cx="91436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LABORATORIO PRÁCTICO 4 CAPSTONE (PARTE 2/2) • INSTRUCCIONES PASO A PASO Y PROMPTS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Box 5"/>
          <p:cNvSpPr/>
          <p:nvPr/>
        </p:nvSpPr>
        <p:spPr>
          <a:xfrm>
            <a:off x="502920" y="567000"/>
            <a:ext cx="92350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Instrucciones del Lab 4, Prueba en </a:t>
            </a:r>
            <a:r>
              <a:rPr lang="en-US" sz="22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22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Despliegue Terraform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6"/>
          <p:cNvSpPr/>
          <p:nvPr/>
        </p:nvSpPr>
        <p:spPr>
          <a:xfrm>
            <a:off x="502920" y="1207080"/>
            <a:ext cx="111553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8B949E"/>
                </a:solidFill>
                <a:effectLst/>
                <a:uFillTx/>
                <a:latin typeface="Arial"/>
              </a:rPr>
              <a:t>Sigue los Pasos 1–5 a la izquierda y copia los prompts desde labs/lab-04-multi-agent-capstone/PROMPTS.es.md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 7"/>
          <p:cNvSpPr/>
          <p:nvPr/>
        </p:nvSpPr>
        <p:spPr>
          <a:xfrm>
            <a:off x="502920" y="1755720"/>
            <a:ext cx="550440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Rectangle 8"/>
          <p:cNvSpPr/>
          <p:nvPr/>
        </p:nvSpPr>
        <p:spPr>
          <a:xfrm>
            <a:off x="502920" y="1755720"/>
            <a:ext cx="5504400" cy="63720"/>
          </a:xfrm>
          <a:prstGeom prst="rect">
            <a:avLst/>
          </a:prstGeom>
          <a:solidFill>
            <a:srgbClr val="20E3B2"/>
          </a:solidFill>
          <a:ln>
            <a:solidFill>
              <a:srgbClr val="20E3B2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TextBox 9"/>
          <p:cNvSpPr/>
          <p:nvPr/>
        </p:nvSpPr>
        <p:spPr>
          <a:xfrm>
            <a:off x="704160" y="1901880"/>
            <a:ext cx="510192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Instrucciones Paso a Paso del Lab 4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1 (Inicializar Lab 04):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./labs/lab-04-multi-agent-capstone/install.sh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2 (Motor de Factibilidad TMF622):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Implementa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evaluate_order_feasibility()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remediate_slice_for_order()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src/services/order_feasibility.py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(balanceo PRB hacia celdas vecinas).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3 (Orquestador Google ADK y A2A):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Completa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src/agents/adk_a2a_orchestrator.py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RANSliceCapacityAgent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BSSCommercialSLAAgent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TelecomNexusOrchestratorAgent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GET /.well-known/agent.json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,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POST /api/v1/a2a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4 (Interfaz Local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./scripts/run_adk_web.sh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prueba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telecom_nexus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en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http://localhost:8080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Paso 5 (Terraform y Verificación Total):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58A6FF"/>
                </a:solidFill>
                <a:effectLst/>
                <a:uFillTx/>
                <a:latin typeface="Courier New"/>
              </a:rPr>
              <a:t>./labs/lab-04-multi-agent-capstone/verify.sh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¡21/21 tests pasando!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Rectangle 10"/>
          <p:cNvSpPr/>
          <p:nvPr/>
        </p:nvSpPr>
        <p:spPr>
          <a:xfrm>
            <a:off x="6199560" y="1755720"/>
            <a:ext cx="5486040" cy="416016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11"/>
          <p:cNvSpPr/>
          <p:nvPr/>
        </p:nvSpPr>
        <p:spPr>
          <a:xfrm>
            <a:off x="6199560" y="1755720"/>
            <a:ext cx="5486040" cy="63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19080" rIns="90000" bIns="190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12"/>
          <p:cNvSpPr/>
          <p:nvPr/>
        </p:nvSpPr>
        <p:spPr>
          <a:xfrm>
            <a:off x="6400800" y="1901880"/>
            <a:ext cx="5083560" cy="39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Prompts Optimizados, </a:t>
            </a:r>
            <a:r>
              <a:rPr lang="en-US" sz="1500" b="1" u="none" strike="noStrike">
                <a:solidFill>
                  <a:srgbClr val="F0F6FC"/>
                </a:solidFill>
                <a:effectLst/>
                <a:uFillTx/>
                <a:latin typeface="Courier New"/>
              </a:rPr>
              <a:t>adk web</a:t>
            </a:r>
            <a:r>
              <a:rPr lang="en-US" sz="15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 y Comandos Cloud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1 — Motor de Factibilidad: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'/plan Implementa evaluate_order_feasibility y remediate_slice_for_order en @src/services/order_feasibility.py según 3GPP TS 28.552 PRB &lt; 80% y desvío a celda vecina.'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2 — Orquestador ADK + A2A: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'/teamwork Implementa RANSliceCapacityAgent, BSSCommercialSLAAgent, TelecomNexusOrchestratorAgent, get_a2a_agent_card y handle_a2a_jsonrpc_request en @src/agents/adk_a2a_orchestrator.py.'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Prompt 3 — Interactivo en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adk web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(http://localhost:8080):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'Evalúa la orden ORD-TMF622-9001, ejecuta remediación autónoma de slice 5G y calcula el ACV protegido.'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00" b="1" u="none" strike="noStrike">
                <a:solidFill>
                  <a:srgbClr val="3FB950"/>
                </a:solidFill>
                <a:effectLst/>
                <a:uFillTx/>
                <a:latin typeface="Arial"/>
              </a:rPr>
              <a:t>▸  </a:t>
            </a:r>
            <a:r>
              <a:rPr lang="en-US" sz="1100" b="1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Despliegue y Verificación: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Ejecuta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./labs/lab-04-multi-agent-capstone/deploy_gcp.sh --dry-run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 y </a:t>
            </a: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Courier New"/>
              </a:rPr>
              <a:t>./labs/lab-04-multi-agent-capstone/verify.sh</a:t>
            </a:r>
            <a:r>
              <a:rPr lang="en-US" sz="1100" b="0" u="none" strike="noStrike">
                <a:solidFill>
                  <a:srgbClr val="F0F6FC"/>
                </a:solidFill>
                <a:effectLst/>
                <a:uFillTx/>
                <a:latin typeface="Arial"/>
              </a:rPr>
              <a:t>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Rectangle 13"/>
          <p:cNvSpPr/>
          <p:nvPr/>
        </p:nvSpPr>
        <p:spPr>
          <a:xfrm>
            <a:off x="502920" y="6108120"/>
            <a:ext cx="11182680" cy="475200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4" name="TextBox 14"/>
          <p:cNvSpPr/>
          <p:nvPr/>
        </p:nvSpPr>
        <p:spPr>
          <a:xfrm>
            <a:off x="685800" y="6172200"/>
            <a:ext cx="1078956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20E3B2"/>
                </a:solidFill>
                <a:effectLst/>
                <a:uFillTx/>
                <a:latin typeface="Arial"/>
              </a:rPr>
              <a:t>Impartido por Tryolabs • Solución de Referencia: ./labs/lab-04-multi-agent-capstone/apply_solution.sh    |    Slide 15/15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</TotalTime>
  <Application>LibreOffice/26.2.4.2$MacOSX_AARCH64 LibreOffice_project/0229ac93fcf0d7cbc6376066c6f35021cef002dc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>Steve Canny</cp:lastModifiedBy>
  <dcterms:modified xsi:type="dcterms:W3CDTF">2013-01-27T09:15:58Z</dcterms:modified>
  <cp:revision>1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