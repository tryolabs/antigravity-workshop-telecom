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4342311-F125-4FF2-BEC0-85615470907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 la bienvenida en nombre de Tryolabs. Destaca el formato 10% teoría / 90% práctica y la combinación de datos técnicos con datos comerciales (contratos, ventas, ingresos/márgenes).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CE58C39-F5E6-4A55-8268-F3EFE2ABC8E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la agenda de 4 horas y cómo los participantes usarán Antigravity con los prompts optimizados de PROMPTS.es.md y las guías en PDF.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B6E2E83-BD0F-4DC8-A692-92B64DF108B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en detalle cómo funciona Antigravity por dentro: ensamblaje jerárquico de contexto, razonamiento intercalado, compuerta determinista de hooks/sandbox y bucle de autoverificación.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A318082-DBE7-4126-9DB7-C16F00E0838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Muestra las tres superficies (Antigravity 2.0, IDE y CLI) y cómo combinar @ menciones, /plan y Cmd+I.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1D881AA-FA96-42B0-AC2B-11ED2E73026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1 y los dos servicios que los asistentes repararán.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AD61FFF-8A61-41CB-8464-2FD17C127B3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C0CEC85-2926-4FFE-AFAC-4EC6CF727BF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el mecanismo interno de divulgación progresiva (progressive disclosure) y por qué permite tener decenas de skills sin consumir tokens innecesarios.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F437A92-0036-471C-803F-B870FA78F7E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los Objetivos del Lab 2 y los archivos de personalización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AFA4A5-F263-4C74-9F6B-C81CF2D2BA4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en pantalla durante el Lab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3E12663-837A-4AC5-86E3-1BBC945EB1D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Módulo clave de seguridad y gobernanza: muestra en la consola de Google Cloud cómo se auditan las licencias Gemini Enterprise y cómo los Hooks locales bloquean acciones riesgosas.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A94E039-6A8C-4AC2-99D1-7EAC3CD997A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3 y los componentes FastMCP + Hooks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054749A-1652-475A-91FE-05AF6019DCE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3.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01D0564-6D72-4692-9F46-3094D0BAD31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cómo Antigravity ayuda a diseñar y programar el sistema multi-agente basado en Google ADK + protocolo A2A, cómo probarlo localmente con adk web y cómo desplegarlo con Terraform a Google Cloud y Gemini Enterprise.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F87468F-D6D2-4B4D-B24F-C32088505D8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 los Objetivos del Lab 4 Capstone y los 3 componentes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CB9D90C-7BD1-416E-9E7A-B25CA944A90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4 Capstone.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A309635-14F6-4C61-9D94-A4D6E1312A6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C56350-5896-4483-8622-28C1B75FFA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047B71-58C6-4523-8C30-82DB452413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1AC7B8-4548-4080-AE0B-2F321FA12E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ECBB780-9EBE-4E21-B47A-2AA6D8E5E0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755C57-9F6E-4E49-948B-2BC3B2F183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09480E-5CA3-4590-87DC-2013EDFE1C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6B5478-91FB-42FA-97E8-58CF2E249A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064C21-BEBD-4B54-B3AE-55EB533506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5431F9E-22CF-4B6D-B11C-1F1819C1B3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5892B4-16FE-4A45-A113-904FE4B056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3FB67A-3739-4637-B274-95BA18D66F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TALLER EJECUTIVO TRYOLABS • 4 HORAS (10% TEORÍA / 90% LABORATORIOS PRÁCTICOS)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Ingeniería Agéntica con Google Antigravity — Edición Telecom: Construyendo 'Telecom Nexus'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SLA de Slices 5G, Aseguramiento de Ingresos CDR e Inteligencia de Contratos B2B (Impartido por Tryolabs)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7" descr="telecom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Misión del Taller y Arquitectura de Datos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Técnicos OSS: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20 celdas 5G NR (gNodeB, TAC, S-NSSAI SST 1/2/3, PRB%, latencia PDCP)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CDRs TAP3 / 3GPP: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250 registros de voz/datos (IMSI, MSISDN, roaming NR_5G, volumen GiB)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de Negocio BSS: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12 Contratos B2B SLA Empresariales ($180K–$2.4M ACV, penalizaciones $/h)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Pipeline de Ventas TMF622: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15 órdenes B2B pendientes + telemetría de alarmas RAN en 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Impacto Medible: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Recuperar $54,672.22 en CDRs no facturados y gestionar $224,500 en riesgo SLA activo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Ejecución 100% Local en Laptop + Despliegue Terraform a Cloud Run y Gemini Enterprise    |    Slide 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AGENDA Y PROGRESIÓN • 24M TEORÍA / 216M PRÁCTICA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Ruta Práctica de 4 Horas: Del Triage a Sistemas Multi-Agente ADK y A2A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Cuatro cápsulas teóricas de 6 minutos seguidas de cuatro laboratorios progresivos de 52–55 minutos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7" descr="roadmap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Cronograma Minuto a Minuto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1 (00:00–00:58):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Arquitectura Interna y Superficies → [52m Lab 1] Triage y Recuperación Financiera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2 (00:58–01:58):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Rules y Skills Progresivos → [54m Lab 2] Estándares de Dominio y Skill Ejecutivo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3 (01:58–02:59):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MCP, Hooks y Gobernanza Cloud → [55m Lab 3] Servidor FastMCP Local y Hooks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4 (02:59–04:00):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Subagentes, ADK, A2A y Terraform → [55m Lab 4] Capstone Multi-Agente, ADK Dev UI y Cloud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Checkpoints Auto-Recuperables: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¡Ejecutar ./labs/lab-0X/install.sh aplica las soluciones previas automáticamente!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Cada laboratorio incluye LAB_0X_INSTRUCTIONS_ES.pdf, README.es.md, PROMPTS.es.md, install.sh y verify.sh.    |    Slide 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1A (3 MINUTOS) • FUNCIONAMIENTO INTERNO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 Google Antigravity Internamente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Dentro del planificador cognitivo, ensamblador de contexto, compuerta de seguridad y runtime en sandbox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7" descr="arch_internal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El Ciclo Interno de Ejecución en 5 Etapas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1. Cargador Progresivo de Contexto: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Recorre el árbol de directorios buscando GEMINI.md y .agents/rules, indexa metadatos YAML de SKILL.md, resuelve menciones @ y gestiona transcript.jsonl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2. Planificador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 razonamiento intercalado (thinking), sintetiza planes (/plan) y despacha herramientas o subagentes en paralelo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3. Compuerta Determinista de Seguridad: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Evalúa hooks PreToolUse (código 2 bloquea la acción), políticas de ejecución, ACLs y sandbox de terminal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4. Runtime de Herramientas y Puente 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Aplica diffs exactos, ejecuta pytest en sandbox e invoca herramientas FastMCP por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5. Verificación en Bucle Cerrado: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hooks PostToolUse, analiza resultados de tests y se autocorrige hasta pasar todas las pruebas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Concepto Clave: Antigravity no es solo un chat, sino un motor de ingeniería en bucle cerrado verificable.    |    Slide 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1B (3 MINUTOS) • SUPERFICIES Y MODALIDADES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2.0, IDE y CLI (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— Modalidades Clave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Seleccionando la modalidad y comando slash ideal para cada tarea de ingeniería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7" descr="surface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Funcionalidades que Explorarás Hoy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Pasiva (IDE Tab):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Supercomplete sensible al contexto, Tab-to-Jump entre archivos y Tab-to-Auto-Import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Instructiva (Cmd/Ctrl+I y Code Lenses):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un bloque para refactorización quirúrgica o haz clic en 'Write Tests'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Colaborativa (Chat Canvas y CLI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Razonamiento multi-archivo con @archivo, @carpeta, @terminal y capturas de pantalla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Comandos Slash de Alto Impacto: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/plan (arquitectura paso a paso), /grill-me (entrevista de diseño), /boost, /teamwork, /learn y /compact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Panel Auxiliar HTML: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Inspección en vivo de Subagentes, Tareas en Segundo Plano, Artefactos y Diffs de Archivos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Tip Pro: Inicia tareas complejas con /plan y menciones @archivo; usa Cmd+I para ajustes puntuales de fórmulas.    |    Slide 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1: Triage de SLA 5G y Facturación CDR — Objetivos y Arquitectura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52 Minutos • Guía PDF Imprimible: labs/lab-01-revenue-sla-triage/LAB_01_INSTRUCTIONS_ES.pdf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7" descr="telecom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Objetivos del Lab 1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(Triage Agéntico Multi-Archivo):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Dominar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@menciones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/plan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edición en línea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Cmd/Ctrl+I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Antigravity correlacionando alarmas RAN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ran_alarms.jsonl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con código BSS.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(Aseguramiento de Ingresos y SLA):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$54,672.22 USD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CDRs 5G subfacturados y eliminar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$35,000 USD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falsas alertas SLA sobre contratos no activos.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(Motor de Tasación TAP3 3GPP):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src/services/cdr_rating.py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imponiendo GiB binario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Decimal(1024 ** 3)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recargo de roaming en toda red visitada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NR_5G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EUTRAN_4G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(Monitor de SLA B2B):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src/services/sla_monitor.py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filtrando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WHERE status = 'ACTIVE'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evaluando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worst_latency &gt; committed_latency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5 tests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validar KPIs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http://localhost:8001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LAB_01_INSTRUCTIONS_ES.pdf    |    Slide 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1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labs/lab-01-revenue-sla-triage/PROMPTS.es.md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Instrucciones Paso a Paso del Lab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01):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poblar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data/telecom_nexus.db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(Reproducir Fallos):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./.venv/bin/pytest 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observar los fallos de CDR y SLA.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src/services/cdr_rating.py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Usa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BYTES_DIVISOR = Decimal(1024 ** 3)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(GiB binario según 3GPP TS 32.298) y aplica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roaming_markup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cuando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roaming_plmn != HOME_PLMN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src/services/sla_monitor.py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Filtra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WHERE status = 'ACTIVE'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cambia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latency_breach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worst_latency &gt; committed_latency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5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: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$54,672.22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recuperados; 5 contratos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ACTIVE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alerta =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$224,500.00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Diagnóstico (@Menciones):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'@data/logs/ran_alarms.jsonl @src/services/cdr_rating.py @src/services/sla_monitor.py @tests/test_lab01_triage.py Ejecuta pytest para reproducir ALM-BSS-8006 y ALM-3GPP-8001..8005 y explica la causa raíz exacta.'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Planificación (/plan):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un plan paso a paso para corregir cdr_rating.py (GiB 10243 y roaming NR_5G) y sla_monitor.py (contratos ACTIVE y worst_latency &gt; committed_latency).'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Edición en Línea (Cmd+I):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líneas 19–48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cdr_rating.py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-&gt; 'Usa Decimal(10243) y aplica recargo roaming a todo visiting_plmn != HOME_PLMN incluyendo NR_5G.'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4 — Verificación Autónoma: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'Aplica las correcciones en @src/services/cdr_rating.py y @src/services/sla_monitor.py y ejecuta ./labs/lab-01-revenue-sla-triage/verify.sh.'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./labs/lab-01-revenue-sla-triage/apply_solution.sh    |    Slide 6/15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2 (6 MINUTOS) • ARQUITECTURA DE PERSONALIZACIÓN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Funcionan Internamente las Rules y Skills Progresivos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Especializando a Antigravity en tu industria sin saturar la ventana de contexto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Rules vs. Skills vs. /learn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Reglas Jerárquicas (GEMINI.md y .agents/rules/*.md):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Invariantes de dominio cargados desde la raíz del workspace hasta los subdirectorios (deduplicados automáticamente)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Skills con Divulgación Progresiva (.agents/skills/&lt;name&gt;/SKILL.md):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Solo el frontmatter YAML (name, description) entra al prompt inicial; el cuerpo completo y scripts/ se cargan SOLO al activarse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Memoria Auto-Mejorable (/learn):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Pide a Antigravity codificar un patrón aprendido durante el debugging en una regla o skill permanente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Jerarquía de Prioridad: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(.agents/) &gt; JSON Declarado (skills.json) &gt; Global (~/.gemini/config/) &gt; Integrado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Regla Práctica: Coloca invariantes permanentes en GEMINI.md/rules y flujos multifase con scripts en SKILL.md.    |    Slide 7/15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2: Rules de Workspace y Skills Progresivos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54 Minutos • Guía PDF Imprimible: labs/lab-02-rules-and-skills/LAB_02_INSTRUCTIONS_ES.pdf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Objetivos del Lab 2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(Reglas Jerárquicas de Dominio):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Codificar invariantes permanentes 3GPP, TAP3, TMF622 y privacidad CPNI para que Antigravity las respete siempre.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(Skills con Divulgación Progresiva):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Empaquetar una auditoría ejecutiva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cargando solo el frontmatter YAML hasta su activación.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.agents/rules/telecom-standards.md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Memoria y reglas del workspace exigiendo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GiB binario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1024**3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máscara CPNI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.agents/skills/sla-revenue-audit/SKILL.md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Skill progresivo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sla-revenue-audit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que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scripts/run_sla_audit.py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data/exports/sla_revenue_audit_report.json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.md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pasar los 4 tests 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LAB_02_INSTRUCTIONS_ES.pdf    |    Slide 8/15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2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labs/lab-02-rules-and-skills/PROMPTS.es.md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Instrucciones Paso a Paso del Lab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 01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la raíz):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Define tablas OSS/BSS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ran_telemetry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b2b_contracts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cdr_records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GiB binario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1024 ** 3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.agents/rules/telecom-standards.md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 estándares 3GPP TS 28.552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roaming TAP3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NR_5G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estados TMF622 y enmascaramiento CPNI 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.agents/skills/sla-revenue-audit/SKILL.md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Incluye frontmatter YAML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sla-revenue-audit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description: ...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e instrucciones para correr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scripts/run_sla_audit.py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4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reportes JSON y Markdown).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Crear Rules de Dominio: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@GEMINI.md y @.agents/rules/telecom-standards.md codificando umbrales 3GPP TS 28.552, GiB binario (10243), Decimal ROUND_HALF_UP, estados TMF622 y privacidad CPNI.'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Crear Skill Progresivo: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@.agents/skills/sla-revenue-audit/SKILL.md con frontmatter YAML (name: sla-revenue-audit) que ejecute ./scripts/run_sla_audit.py y genere data/exports/sla_revenue_audit_report.json y .md.'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Invocar el Skill: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'Ejecuta una auditoría ejecutiva de SLA de Slices 5G y aseguramiento de ingresos CDR usando nuestro skill del workspace.'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/learn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./labs/lab-02-rules-and-skills/apply_solution.sh    |    Slide 9/15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3 (6 MINUTOS) • MCP, HOOKS Y GOBERNANZA EMPRESARIAL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Puente MCP en Vivo, Hooks Deterministas y Gobernanza Gemini Enterprise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Conectando bases de datos en tiempo real con seguridad empresarial demostrable en Google Cloud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Seguridad y Gobernanza en 2 Capas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1 — Google Cloud y Gemini Enterprise (Demo en Vivo del Instructor):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Cloud IAM (roles/cloudaicompanion.user), Cloud Audit Logs (cloudaicompanion.googleapis.com), perímetros VPC-SC, Cero Retención y Cero Entrenamiento con código del cliente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2 — Seguridad Local en Antigravity: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Política de Ejecución (strict / request-review / proceed-in-sandbox), Sandbox de Terminal SO, bloqueo de archivos fuera del workspace y listas permitidas/bloqueadas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Contexto en Vivo vía FastMCP (.agents/mcp_config.json):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Expone herramientas Python tipadas sobre SQLite y telemetría vía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Hooks Deterministas (.agents/hooks.json):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El script PreToolUse inspecciona el JSON en stdin; devolver código 2 bloquea violaciones e imprime un registro de auditoría inmutable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Demo del Instructor: Mostrar Cloud Audit Logs en GCP Console + disparar un bloqueo PreToolUse con código 2 localmente.    |    Slide 10/15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3: Servidor FastMCP y Hooks Deterministas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labs/lab-03-mcp-and-hooks/LAB_03_INSTRUCTIONS_ES.pdf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Objetivos del Lab 3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(Conexión a Datos en Vivo vía MCP):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Exponer herramientas SQLite OSS/BSS tipadas a Antigravity mediante un servidor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FastMCP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(Seguridad Determinista y Privacidad CPNI):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Enmascarar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3104***0001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bloquear SQL destructivo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con código de salida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mediante hooks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mcp_server/telecom_mcp.py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4 herramientas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@mcp.tool()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query_ran_cell_health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calculate_contract_penalty_exposure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inspect_unbilled_cdrs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evaluate_slice_capacity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scripts/audit_hook.py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Compuerta determinista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que bloquea violaciones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audita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data/logs/hook_audit.log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6 tests de MCP y Hooks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LAB_03_INSTRUCTIONS_ES.pdf    |    Slide 11/15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3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labs/lab-03-mcp-and-hooks/PROMPTS.es.md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Instrucciones Paso a Paso del Lab 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03):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Labs 01–02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(Completar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mcp_server/telecom_mcp.py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calculate_contract_penalty_exposure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inspect_unbilled_cdrs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(enmascarando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_mask_cpni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evaluate_slice_capacity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(Registrar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Configura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telecom-nexus-mcp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invocando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mcp_server/telecom_mcp.py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(Configurar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Conecta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scripts/audit_hook.py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(bloquea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TRUNCATE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6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bitácora de auditoría).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Completar Servidor FastMCP: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las 3 funciones @mcp.tool() restantes en @mcp_server/telecom_mcp.py (calculate_contract_penalty_exposure, inspect_unbilled_cdrs con máscara CPNI y evaluate_slice_capacity) según @tests/test_lab03_mcp_hooks.py.'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Configurar MCP y Hooks: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@.agents/mcp_config.json para telecom-nexus-mcp y @.agents/hooks.json conectando PreToolUse y PostToolUse a ./scripts/audit_hook.py.'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Probar Bloqueo del Hook (Código 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echo '{"command":"sqlite3 data/telecom_nexus.db \"DROP TABLE b2b_contracts;\""}' | ./.venv/bin/python scripts/audit_hook.py --phase pre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revisa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data/logs/hook_audit.log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./labs/lab-03-mcp-and-hooks/apply_solution.sh    |    Slide 12/15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4 (6 MINUTOS) • SUBAGENTES, GOOGLE ADK, A2A Y TERRAFORM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Sistemas Multi-Agente con Google ADK, Protocolo A2A y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Diseñando arquitecturas multi-agente localmente con </a:t>
            </a:r>
            <a:r>
              <a:rPr lang="en-US" sz="13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 y desplegando a Cloud Run y Gemini Enterprise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Arquitectura Multi-Agente de Punta a Punta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Subagentes de Antigravity (/teamwork, /boost, /grill-me):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Delega tareas paralelas de investigación y programación dentro de Antigravity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Google ADK (Agent Development Kit):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Construye jerarquías multi-agente de dominio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root_agent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coordinando agentes especialistas Técnico y Comercial con herramientas tipadas)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Pruebas Locales con ADK Dev UI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 para inspeccionar trazas de eventos multi-agente, llamadas a herramientas y estado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Protocolo A2A (Agent2Agent):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Publica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(Agent Card)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(JSON-RPC 2.0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tasks/send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para interoperabilidad entre agentes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Terraform +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Aprovisiona Cloud Run v2 e IAM vía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deploy_gcp.sh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registra tu agente A2A en Gemini Enterprise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register_gemini_enterprise_agent.sh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¡Desarrolla y prueba 100% localmente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pytest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, y despliega a Google Cloud y Gemini Enterprise con Terraform!    |    Slide 13/15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Capstone: Sistemas Multi-Agente ADK, A2A y Terraform — Objetivos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labs/lab-04-multi-agent-capstone/LAB_04_INSTRUCTIONS_ES.pdf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Objetivos del Lab 4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(Diseño Multi-Agente con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Construir una jerarquía coordinador + especialistas usando Google ADK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exponerla mediante el protocolo A2A JSON-RPC 2.0.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(Prueba Local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Cloud con Terraform):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Probar trazas multi-agente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aprovisionar Cloud Run + Gemini Enterprise vía Terraform.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src/services/order_feasibility.py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Evaluador de factibilidad TMF622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motor autónomo de balanceo hacia celdas vecinas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remediate_slice_for_order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adk_agents/telecom_nexus/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RANSliceCapacityAgent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BSSCommercialSLAAgent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coordinados por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TelecomNexusOrchestratorAgent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más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#3 (Infraestructura Cloud):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infra/terraform/main.tf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el registro en Gemini Enterprise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LAB_04_INSTRUCTIONS_ES.pdf    |    Slide 14/15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4, Prueba en 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labs/lab-04-multi-agent-capstone/PROMPTS.es.md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Instrucciones Paso a Paso del Lab 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04):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(Motor de Factibilidad TMF622):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evaluate_order_feasibility()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remediate_slice_for_order()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src/services/order_feasibility.py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(balanceo PRB hacia celdas vecinas).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(Orquestador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Completa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RANSliceCapacityAgent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BSSCommercialSLAAgent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TelecomNexusOrchestratorAgent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(Interfaz Local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telecom_nexus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(Terraform y Verificación Total):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¡21/21 tests pasando!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Prompts Optimizados, </a:t>
            </a:r>
            <a:r>
              <a:rPr lang="en-US" sz="1500" b="1" u="none" strike="noStrike">
                <a:solidFill>
                  <a:srgbClr val="F0F6FC"/>
                </a:solidFill>
                <a:effectLst/>
                <a:uFillTx/>
                <a:latin typeface="Courier New"/>
              </a:rPr>
              <a:t>adk web</a:t>
            </a: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 y Comandos Cloud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Motor de Factibilidad: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evaluate_order_feasibility y remediate_slice_for_order en @src/services/order_feasibility.py según 3GPP TS 28.552 PRB &lt; 80% y desvío a celda vecina.'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Orquestador ADK + A2A: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'/teamwork Implementa RANSliceCapacityAgent, BSSCommercialSLAAgent, TelecomNexusOrchestratorAgent, get_a2a_agent_card y handle_a2a_jsonrpc_request en @src/agents/adk_a2a_orchestrator.py.'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Interactivo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'Evalúa la orden ORD-TMF622-9001, ejecuta remediación autónoma de slice 5G y calcula el ACV protegido.'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Despliegue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./labs/lab-04-multi-agent-capstone/apply_solution.sh    |    Slide 15/15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