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attendees on behalf of Tryolabs. Highlight the 10% theory / 90% hands-on format and how we combine technical telemetry with commercial business data (contracts, sales, revenue/margins).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4-hour progression. Emphasize that attendees use Antigravity itself to solve every lab using the curated prompts in PROMPTS.md and the printable PDF guides.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Antigravity works under the hood: Context Loader -&gt; Interleaved Thinking Planner -&gt; Deterministic Policy/Hook Gate -&gt; Tool/MCP Runtime -&gt; Closed-Loop Self-Verification.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three surfaces (Antigravity 2.0, IDE, CLI) and show how @ mentions, /plan, and Cmd+I work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Lab 1 Objectives and What Attendees Will Build before they run install.sh.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projected during Lab 1 so attendees have both the 5-step instructions and the copy-paste prompts visible at all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progressive disclosure: why 50 skills don't bloat the prompt because only YAML frontmatter is loaded until the agent activates a specific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Lab 2 Objectives and explain the two customization artifacts attendees will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this slide during Lab 2 so attendees can follow the 5 steps and copy-paste the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the Lab 3 Objectives and the FastMCP + Hook components attendees will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displayed during Lab 3 so attendees can follow Steps 1-5 and test the PreToolUse hook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synergy between Antigravity subagents (which help you write the code) and Google ADK + A2A (the runtime multi-agent system you build, test locally in `adk web`, deploy with Terraform, and register in Gemini Enterprise).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Capstone Objectives and the 3 major deliverables: TMF622 Feasibility Engine, Google ADK + A2A Multi-Agent Orchestrator, and Terraform + Gemini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projected during the Lab 4 Capstone as attendees test in `adk web` and validate Terraform.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TRYOLABS EXECUTIVE WORKSHOP • 4 HOURS (10% THEORY / 90% HANDS-ON LABS)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Agentic Engineering with Google Antigravity — Telecom Edition: Building 'Telecom Nexus'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5G Network Slice SLA, CDR Revenue Assurance &amp; B2B Contract Intelligence (Delivered by Tryolabs)</a:t>
            </a:r>
          </a:p>
        </p:txBody>
      </p:sp>
      <p:pic>
        <p:nvPicPr>
          <p:cNvPr id="8" name="Picture 7" descr="telecom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Workshop Mission &amp; Industry Architecture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OSS Technical Data: 20 5G NR cells (gNodeB, TAC, S-NSSAI SST 1/2/3, PRB%, PDCP latency)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TAP3 / 3GPP CDRs: 250 call/data records (IMSI, MSISDN, NR_5G roaming PLMN, GiB volume)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BSS Business Data: 12 Enterprise B2B SLA contracts ($180K–$2.4M ACV, $/hr SLA penalties)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TMF622 Sales Pipeline: 15 pending B2B slice orders + JSONL RAN alarm telemetry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Tangible Impact: Recover $54,672.22 in unbilled CDRs &amp; protect $224,500 in active SLA exposure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100% Local Laptop Execution + Terraform Cloud Run &amp; Gemini Enterprise Ready    |    Slide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&amp; PROGRESSION • 24M THEORY / 216M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4-Hour Hands-On Roadmap: From Triage to Multi-Agent ADK &amp;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Four 6-minute micro-theory briefings paired with four progressive 52–55 minute hands-on labs</a:t>
            </a:r>
          </a:p>
        </p:txBody>
      </p:sp>
      <p:pic>
        <p:nvPicPr>
          <p:cNvPr id="8" name="Picture 7" descr="roadma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Minute-by-Minute Workshop Schedule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1 (00:00–00:58): [6m Theory] Internal Architecture &amp; Surfaces → [52m Lab 1] Triage &amp; Revenue/Margin Recovery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2 (00:58–01:58): [6m Theory] Rules &amp; Progressive Skills → [54m Lab 2] Domain Standards &amp; Executive Risk Skill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3 (01:58–02:59): [6m Theory] MCP, Hooks &amp; Cloud Governance → [55m Lab 3] Local FastMCP Server &amp; Compliance Hooks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Hour 4 (02:59–04:00): [6m Theory] Subagents, ADK, A2A &amp; Terraform → [55m Lab 4] Multi-Agent Capstone, ADK Dev UI &amp; Cloud Deploy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Self-Healing Checkpoints: Running ./labs/lab-0X/install.sh automatically applies prior lab solutions!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Every lab includes LAB_0X_INSTRUCTIONS_EN.pdf, README.md, PROMPTS.md, install.sh, and verify.sh.    |    Slide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1A (3 MINUTES) • UNDER THE 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How Google Antigravity Works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Inside the closed-loop cognitive planner, context assembler, policy gate, and sandboxed runtime</a:t>
            </a:r>
          </a:p>
        </p:txBody>
      </p:sp>
      <p:pic>
        <p:nvPicPr>
          <p:cNvPr id="8" name="Picture 7" descr="arch_internal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The 5-Stage Internal Execution Loop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1. Context &amp; Progressive Loader: Walks directory tree for GEMINI.md &amp; .agents/rules, indexes SKILL.md YAML frontmatter, resolves @mentions, and manages transcript.jsonl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2. Gemini Enterprise Planner: Generates interleaved chain-of-thought (thinking), synthesizes plans (/plan), and dispatches parallel tool or subagent calls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3. Deterministic Security Gate: Evaluates PreToolUse hooks (exit code 2 blocks execution), tool policies, file/network ACLs, and OS sandbox rules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4. Tool Runtime &amp; MCP Bridge: Executes AST-aware file diffs, sandboxed pytest commands, and stdio/SSE FastMCP calls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5. Verification &amp; Reactive Loop: Runs PostToolUse hooks, reads compiler/test outputs, and self-corrects until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Key Insight: Antigravity is not just chat—it is a stateful, verifiable closed-loop engineering runtime.    |    Slide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1B (3 MINUTES) • UNIFIED SURFACES &amp; MODALITIES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Antigravity 2.0, IDE &amp; CLI (`agy`) — Core Modalities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Choosing the right modality and slash command for every engineering task</a:t>
            </a:r>
          </a:p>
        </p:txBody>
      </p:sp>
      <p:pic>
        <p:nvPicPr>
          <p:cNvPr id="8" name="Picture 7" descr="surface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Features You Will Explore Today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Passive Modality (IDE Tab): Context-aware Supercomplete, Tab-to-Jump across files, and Tab-to-Auto-Import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Instructive Modality (Cmd/Ctrl+I &amp; Code Lenses): Highlight a function for surgical inline refactoring or click 'Write Tests'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Collaborative Modality (Chat Canvas &amp; CLI `agy`): Multi-file reasoning with @file, @folder, @terminal, and screenshot drag-and-drop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High-Leverage Slash Commands: /plan (step-by-step architecture), /grill-me (design interview), /boost, /teamwork, /learn &amp; /compact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HTML Auxiliary Pane: Real-time inspection of Subagents, Background Tasks, Artifacts, and File Diffs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Pro Tip: Start complex tasks with /plan and @file mentions; use Cmd+I for localized formula fixes.    |    Slide 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1: 5G Slice SLA &amp; CDR Revenue Triage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52 Minutes • Printable PDF Guide: labs/lab-01-revenue-sla-triage/LAB_01_INSTRUCTIONS_EN.pdf</a:t>
            </a:r>
          </a:p>
        </p:txBody>
      </p:sp>
      <p:pic>
        <p:nvPicPr>
          <p:cNvPr id="8" name="Picture 7" descr="telecom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Lab 1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(Multi-File Agentic Triage): Master Antigravity `@mentions`, `/plan`, and inline `Cmd/Ctrl+I` to correlate 3GPP RAN alarms (`ran_alarms.jsonl`) with BSS billing &amp; SLA code.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(Revenue &amp; SLA Accuracy): Eliminate floating-point/unit bugs leaking `$54,672.22` in 5G CDRs and stop `$35,000` in false B2B SLA alerts on non-active contracts.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(3GPP TAP3 Rating Engine): Refactor `src/services/cdr_rating.py` to enforce binary GiB (`Decimal(1024 ** 3)`) and apply `roaming_markup` across all visiting PLMNs (`NR_5G` + `EUTRAN_4G`).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(B2B SLA Breach Monitor): Refactor `src/services/sla_monitor.py` to filter `WHERE status = 'ACTIVE'` and trigger breaches when `worst_latency &gt; committed_latency`.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Pass all 5 unit/integration tests in `tests/test_lab01_triage.py` (`./labs/lab-01-revenue-sla-triage/verify.sh`) and verify KPIs on `http://localhost:8001`.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LAB_01_INSTRUCTIONS_EN.pdf    |    Slide 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1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labs/lab-01-revenue-sla-triage/PROMPTS.md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Step-by-Step Lab 1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01): Run `./labs/lab-01-revenue-sla-triage/install.sh` to seed `data/telecom_nexus.db` and activate the starter bugs.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(Reproduce Failing Tests): Run `./.venv/bin/pytest tests/test_lab01_triage.py` to observe the CDR underbilling and SLA latency failures.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(Fix `src/services/cdr_rating.py`): Set `BYTES_DIVISOR = Decimal(1024 ** 3)` (binary GiB per 3GPP TS 32.298) and apply `roaming_markup` whenever `roaming_plmn != HOME_PLMN`.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(Fix `src/services/sla_monitor.py`): Add `WHERE status = 'ACTIVE'` to the SQL query and fix `latency_breach` to `worst_latency &gt; committed_latency`.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 &amp; Inspect): Run `./labs/lab-01-revenue-sla-triage/verify.sh` (`5 passed`: `$54,672.22` CDR leakage recovered; 5 `ACTIVE` SLA breaches = `$224,500.00`).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Discovery (@Mentions): '@data/logs/ran_alarms.jsonl @src/services/cdr_rating.py @src/services/sla_monitor.py @tests/test_lab01_triage.py Run pytest to reproduce ALM-BSS-8006 and ALM-3GPP-8001..8005 and explain the exact root causes.'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Planning (/plan): '/plan Create a step-by-step remediation plan to fix cdr_rating.py (1024**3 GiB &amp; NR_5G roaming markup) and sla_monitor.py (ACTIVE contracts &amp; worst_latency &gt; committed_latency).'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Inline Edit (Cmd+I): Select lines 19–48 in `cdr_rating.py` -&gt; 'Fix BYTES_DIVISOR to Decimal(1024**3) and apply roaming markup to all visiting PLMNs including NR_5G.'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4 — Autonomous Verify: 'Apply fixes to @src/services/cdr_rating.py and @src/services/sla_monitor.py, then run ./labs/lab-01-revenue-sla-triage/verify.sh.'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./labs/lab-01-revenue-sla-triage/apply_solution.sh    |    Slide 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2 (6 MINUTES) • CUSTOMIZATION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How Rules &amp; Progressive Disclosure Skills Work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Specializing Antigravity for your industry without overflowing the context window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Hierarchical Rules (GEMINI.md &amp; .agents/rules/*.md): Always-on or model-decided domain invariants loaded from workspace root down to target directories (deduplicated automatically)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Progressive Disclosure Skills (.agents/skills/&lt;name&gt;/SKILL.md): Only lightweight YAML frontmatter (name, description) sits in system prompt; full markdown runbook &amp; scripts/ load ONLY when triggered!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Self-Improving Memory (/learn): Ask Antigravity to codify a newly discovered debugging pattern or architectural standard into a reusable workspace customization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Precedence Hierarchy: Workspace (.agents/) &gt; Declared JSON (skills.json) &gt; Global (~/.gemini/config/) &gt; Built-in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Rule of Thumb: Put permanent guardrails in GEMINI.md/rules; put multi-step workflows &amp; scripts in SKILL.md.    |    Slide 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2: Workspace Rules &amp; Progressive Skills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54 Minutes • Printable PDF Guide: labs/lab-02-rules-and-skills/LAB_02_INSTRUCTIONS_EN.pdf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Lab 2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(Hierarchical Domain Rules): Teach Antigravity permanent 3GPP, TAP3, TMF622, and CPNI invariants so every future prompt obeys telecom standards automatically.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(Progressive Disclosure Skills): Package a repeatable executive audit workflow into `.agents/skills/` where only YAML frontmatter loads until triggered on demand.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(`GEMINI.md` &amp; `.agents/rules/telecom-standards.md`): Workspace memory &amp; rule files enforcing `Decimal(ROUND_HALF_UP)`, binary GiB (`1024**3`), `PRB &lt; 80%`, and CPNI `IMSI`/`MSISDN` masking.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(`.agents/skills/sla-revenue-audit/SKILL.md`): Progressive disclosure skill with YAML frontmatter (`name`, `description`) that runs `scripts/run_sla_audit.py`.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Generate `data/exports/sla_revenue_audit_report.json` &amp; `.md` and pass all 4 tests in `./labs/lab-02-rules-and-skills/verify.sh`.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LAB_02_INSTRUCTIONS_EN.pdf    |    Slide 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2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labs/lab-02-rules-and-skills/PROMPTS.md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Step-by-Step Lab 2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02): Run `./labs/lab-02-rules-and-skills/install.sh` (automatically applies Lab 01 solution first).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(Author Root `GEMINI.md`): Define OSS/BSS tables (`ran_telemetry`, `b2b_contracts`, `cdr_records`), `Decimal(ROUND_HALF_UP)` billing math, and `1024 ** 3` GiB.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(Author `.agents/rules/telecom-standards.md`): Codify 3GPP TS 28.552 (`PRB &lt; 80%`), TAP3 `NR_5G` roaming rules, TMF622 order states, and CPNI `IMSI`/`MSISDN` masking.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(Author `.agents/skills/sla-revenue-audit/SKILL.md`): Add YAML frontmatter (`name: sla-revenue-audit`, `description: ...`) and instructions to run `./.venv/bin/python scripts/run_sla_audit.py`.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(Verify): Run `./labs/lab-02-rules-and-skills/verify.sh` (`4 passed` + executive JSON/MD reports generated).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58A6FF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Author Workspace Rules: '/plan Create @GEMINI.md and @.agents/rules/telecom-standards.md codifying 3GPP TS 28.552 PRB/PDCP thresholds, binary GiB (1024**3), Decimal ROUND_HALF_UP, TMF622 order states, and CPNI IMSI/MSISDN masking.'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Build Progressive Skill: 'Create @.agents/skills/sla-revenue-audit/SKILL.md with YAML frontmatter (name: sla-revenue-audit) that runs ./scripts/run_sla_audit.py and outputs data/exports/sla_revenue_audit_report.json and .md.'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Trigger Skill On-Demand: 'Run an executive 5G Slice SLA and CDR revenue assurance audit using our workspace skill and summarize the top breached contracts.'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Verify Command: Run `./labs/lab-02-rules-and-skills/verify.sh` and test `/learn`!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./labs/lab-02-rules-and-skills/apply_solution.sh    |    Slide 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3 (6 MINUTES) • MCP, HOOKS &amp; ENTERPRISE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Live MCP Bridge, Deterministic Hooks &amp; Gemini Enterprise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Connecting live databases safely while proving end-to-end enterprise security in Google Cloud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2-Layer Enterprise Security &amp; Governance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Layer 1 — Google Cloud &amp; Gemini Enterprise (Instructor Live Demo): Cloud IAM (roles/cloudaicompanion.user), Cloud Audit Logs (cloudaicompanion.googleapis.com), VPC-SC perimeters, Zero Data Retention / No Training on customer code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Layer 2 — Antigravity Client Security: Tool Execution Policy (strict / request-review / proceed-in-sandbox), OS Terminal Sandbox, Non-Workspace File Access (deny), Command &amp; Browser Allow/Denylists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Live Context via FastMCP (.agents/mcp_config.json): Exposes strongly-typed Python tools querying live SQLite &amp; telemetry over stdio/SSE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Deterministic Lifecycle Hooks (.agents/hooks.json): PreToolUse script inspects tool JSON on stdin; exit code 2 hard-blocks policy violations and writes an immutable audit log!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Instructor Demo: Show Cloud Audit Logs in GCP Console + trigger a deterministic PreToolUse Hook block locally!    |    Slide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3: FastMCP Server &amp; Deterministic Hooks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Minutes • Printable PDF Guide: labs/lab-03-mcp-and-hooks/LAB_03_INSTRUCTIONS_EN.pdf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Lab 3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(Live Database Grounding via MCP): Expose read-only SQLite OSS/BSS telemetry and contract tools to Antigravity over Model Context Protocol (`FastMCP`).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(Deterministic Security &amp; CPNI Compliance): Enforce PII/CPNI masking (`3104***0001`) and hard-block destructive SQL (`DROP`/`DELETE`) before tool execution via `PreToolUse` hooks.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(`mcp_server/telecom_mcp.py` &amp; `.agents/mcp_config.json`): 4 `@mcp.tool()` functions (`query_ran_cell_health`, `calculate_contract_penalty_exposure`, `inspect_unbilled_cdrs`, `evaluate_slice_capacity`).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(`.agents/hooks.json` &amp; `scripts/audit_hook.py`): Deterministic `PreToolUse` &amp; `PostToolUse` lifecycle gates returning exit code `2` on policy violations and writing `data/logs/hook_audit.log`.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Deliverable &amp; Verification: Pass all 6 MCP &amp; Hook security tests in `./labs/lab-03-mcp-and-hooks/verify.sh`.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LAB_03_INSTRUCTIONS_EN.pdf    |    Slide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3 Instructions &amp; Copy-Paste Antigravity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labs/lab-03-mcp-and-hooks/PROMPTS.md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BC8CFF"/>
                </a:solidFill>
                <a:latin typeface="Arial"/>
              </a:defRPr>
            </a:pPr>
            <a:r>
              <a:t>Step-by-Step Lab 3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03): Run `./labs/lab-03-mcp-and-hooks/install.sh` (auto-applies Labs 01–02).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(Complete `mcp_server/telecom_mcp.py`): Implement `calculate_contract_penalty_exposure`, `inspect_unbilled_cdrs` (masking `imsi`/`msisdn` via `_mask_cpni`), and `evaluate_slice_capacity`.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(Register `.agents/mcp_config.json`): Configure `telecom-nexus-mcp` invoking `./.venv/bin/python mcp_server/telecom_mcp.py` over stdio.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(Configure `.agents/hooks.json`): Wire `PreToolUse` and `PostToolUse` to `scripts/audit_hook.py` (blocks `DROP`/`TRUNCATE`/`DELETE` with exit code `2`).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(Verify): Run `./labs/lab-03-mcp-and-hooks/verify.sh` (`6 passed` + audit log verified).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D29922"/>
                </a:solidFill>
                <a:latin typeface="Arial"/>
              </a:defRPr>
            </a:pPr>
            <a:r>
              <a:t>Copy-Paste Prompts (PROMPTS.md) &amp; Verification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Complete FastMCP Server: '/plan Implement the 3 remaining @mcp.tool() functions in @mcp_server/telecom_mcp.py (calculate_contract_penalty_exposure, inspect_unbilled_cdrs with CPNI masking, evaluate_slice_capacity) to match @tests/test_lab03_mcp_hooks.py.'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Wire MCP &amp; Hooks Config: 'Create @.agents/mcp_config.json for telecom-nexus-mcp and @.agents/hooks.json wiring PreToolUse and PostToolUse to ./scripts/audit_hook.py.'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Test Hook Block (Exit Code 2): Run `echo '{"command":"sqlite3 data/telecom_nexus.db \"DROP TABLE b2b_contracts;\""}' | ./.venv/bin/python scripts/audit_hook.py --phase pre`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Verify Command: Run `./labs/lab-03-mcp-and-hooks/verify.sh` and inspect `data/logs/hook_audit.log`.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./labs/lab-03-mcp-and-hooks/apply_solution.sh    |    Slide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4 (6 MINUTES) • SUBAGENTS, GOOGLE ADK, A2A &amp;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Multi-Agent Systems with Google ADK, A2A Protocol &amp;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Designing multi-agent architectures locally with `adk web` and deploying to Cloud Run &amp; Gemini Enterprise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End-to-End Multi-Agent Architecture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Antigravity Subagents (/teamwork, /boost, /grill-me): Delegate parallel coding &amp; research tasks inside Antigravity to build your application faster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Google ADK (Agent Development Kit): Build domain multi-agent hierarchies (`root_agent` orchestrating Technical &amp; Commercial specialist `LlmAgent`s with typed Python tools)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Local Testing via ADK Dev UI (`adk web`): Launch `./scripts/run_adk_web.sh` (http://localhost:8080) to interactively inspect multi-agent event traces, tool calls, and session state!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A2A (Agent2Agent) Protocol: Publish `GET /.well-known/agent.json` (Agent Card) and `POST /api/v1/a2a` (JSON-RPC 2.0 `tasks/send`) for cross-agent interoperability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Terraform + Gemini Enterprise: Provision Cloud Run v2 &amp; IAM via `infra/terraform/` (`deploy_gcp.sh`) and register your A2A agent into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Develop &amp; test 100% locally with `adk web` + `pytest`, then deploy to Google Cloud &amp; Gemini Enterprise with Terraform!    |    Slide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(PART 1/2) • OBJECTIVES &amp; WHAT YOU WILL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4 Capstone: Multi-Agent ADK, A2A &amp; Terraform — Objectives &amp; Build Spec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55 Minutes • Printable PDF Guide: labs/lab-04-multi-agent-capstone/LAB_04_INSTRUCTIONS_EN.pdf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901952"/>
            <a:ext cx="4974336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Lab 4 Objectives &amp; What You Will Build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1 (Multi-Agent System Design with Google ADK &amp; A2A): Design a coordinator + specialist multi-agent hierarchy using Google ADK (`LlmAgent`) and expose it over the A2A JSON-RPC 2.0 protocol.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Objective 2 (Local ADK Dev UI &amp; Cloud Terraform Deployment): Test multi-agent trajectories locally in `adk web` (`http://localhost:8080`) and provision Cloud Run + Gemini Enterprise registration via Terraform.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#1 (`src/services/order_feasibility.py`): TMF622 5G slice feasibility evaluator (`PRB &lt; 80%`) and autonomous neighbor-cell load steering engine (`remediate_slice_for_order`).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#2 (`src/agents/adk_a2a_orchestrator.py` &amp; `adk_agents/telecom_nexus/`): `RANSliceCapacityAgent` + `BSSCommercialSLAAgent` coordinated by `TelecomNexusOrchestratorAgent`, plus `GET /.well-known/agent.json` &amp; `POST /api/v1/a2a`.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What You Will Build #3 (Cloud Infrastructure): Validate `infra/terraform/main.tf` and Gemini Enterprise registration via `./labs/lab-04-multi-agent-capstone/deploy_gcp.sh --dry-run`.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Full printable guide: LAB_04_INSTRUCTIONS_EN.pdf    |    Slide 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(PART 2/2) • STEP-BY-STEP INSTRUCTIONS &amp;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50" b="1">
                <a:solidFill>
                  <a:srgbClr val="F0F6FC"/>
                </a:solidFill>
                <a:latin typeface="Arial"/>
              </a:defRPr>
            </a:pPr>
            <a:r>
              <a:t>Lab 4 Instructions, `adk web` Testing &amp; Terraform Cloud Deploy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B949E"/>
                </a:solidFill>
                <a:latin typeface="Arial"/>
              </a:defRPr>
            </a:pPr>
            <a:r>
              <a:t>Follow Steps 1–5 on the left and copy-paste prompts from labs/lab-04-multi-agent-capstone/PROMPTS.md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5504688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5504688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901952"/>
            <a:ext cx="5102352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0E3B2"/>
                </a:solidFill>
                <a:latin typeface="Arial"/>
              </a:defRPr>
            </a:pPr>
            <a:r>
              <a:t>Step-by-Step Lab 4 Instructions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1 (Initialize Lab 04): Run `./labs/lab-04-multi-agent-capstone/install.sh`.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2 (TMF622 Order Engine): Implement `evaluate_order_feasibility()` &amp; `remediate_slice_for_order()` in `src/services/order_feasibility.py` (neighbor cell PRB steering).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3 (Google ADK &amp; A2A Orchestrator): Complete `src/agents/adk_a2a_orchestrator.py` (`RANSliceCapacityAgent`, `BSSCommercialSLAAgent`, `TelecomNexusOrchestratorAgent`, `GET /.well-known/agent.json`, `POST /api/v1/a2a`).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4 (Local ADK Dev UI): Run `./scripts/run_adk_web.sh` and test `telecom_nexus` interactively at `http://localhost:8080`.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Step 5 (Terraform &amp; Full Verification): Run `./labs/lab-04-multi-agent-capstone/deploy_gcp.sh --dry-run` and `./labs/lab-04-multi-agent-capstone/verify.sh` (**21/21 tests pass!**).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755648"/>
            <a:ext cx="5486400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01952"/>
            <a:ext cx="5084064" cy="3922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FB950"/>
                </a:solidFill>
                <a:latin typeface="Arial"/>
              </a:defRPr>
            </a:pPr>
            <a:r>
              <a:t>Copy-Paste Prompts, `adk web` &amp; Cloud Commands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1 — Feasibility Engine: '/plan Implement evaluate_order_feasibility and remediate_slice_for_order in @src/services/order_feasibility.py per 3GPP TS 28.552 PRB &lt; 80% and neighbor cell steering.'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2 — ADK + A2A Orchestrator: '/teamwork Implement RANSliceCapacityAgent, BSSCommercialSLAAgent, TelecomNexusOrchestratorAgent, get_a2a_agent_card, and handle_a2a_jsonrpc_request in @src/agents/adk_a2a_orchestrator.py.'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Prompt 3 — Interactive `adk web` (http://localhost:8080): 'Evaluate TMF622 order ORD-TMF622-9001, execute autonomous 5G slice remediation, and calculate protected ACV.'</a:t>
            </a:r>
          </a:p>
          <a:p>
            <a:pPr>
              <a:spcAft>
                <a:spcPts val="650"/>
              </a:spcAft>
              <a:defRPr sz="1130">
                <a:solidFill>
                  <a:srgbClr val="F0F6FC"/>
                </a:solidFill>
                <a:latin typeface="Arial"/>
              </a:defRPr>
            </a:pPr>
            <a:r>
              <a:t>▸  Cloud Deploy &amp; Verify: Run `./labs/lab-04-multi-agent-capstone/deploy_gcp.sh --dry-run` and `./labs/lab-04-multi-agent-capstone/verify.sh`.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Self-Healing Checkpoint: ./labs/lab-04-multi-agent-capstone/apply_solution.sh    |    Slide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